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"/>
  </p:notesMasterIdLst>
  <p:sldIdLst>
    <p:sldId id="274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" userDrawn="1">
          <p15:clr>
            <a:srgbClr val="A4A3A4"/>
          </p15:clr>
        </p15:guide>
        <p15:guide id="2" pos="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Dohwa" initials="김" lastIdx="0" clrIdx="0">
    <p:extLst>
      <p:ext uri="{19B8F6BF-5375-455C-9EA6-DF929625EA0E}">
        <p15:presenceInfo xmlns:p15="http://schemas.microsoft.com/office/powerpoint/2012/main" userId="김Dohw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779C0"/>
    <a:srgbClr val="8FA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C0098-7E2D-47CB-87B4-D111AA5B161D}" v="33" dt="2026-08-07T05:51:47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28" autoAdjust="0"/>
    <p:restoredTop sz="94660"/>
  </p:normalViewPr>
  <p:slideViewPr>
    <p:cSldViewPr snapToGrid="0">
      <p:cViewPr>
        <p:scale>
          <a:sx n="66" d="100"/>
          <a:sy n="66" d="100"/>
        </p:scale>
        <p:origin x="2088" y="1500"/>
      </p:cViewPr>
      <p:guideLst>
        <p:guide orient="horz" pos="51"/>
        <p:guide pos="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욱 곽" userId="3ad8a2a6f411daf3" providerId="LiveId" clId="{299824A1-BD11-4644-9D2D-ACECEFB27D14}"/>
    <pc:docChg chg="undo custSel addSld delSld modSld modMainMaster">
      <pc:chgData name="효욱 곽" userId="3ad8a2a6f411daf3" providerId="LiveId" clId="{299824A1-BD11-4644-9D2D-ACECEFB27D14}" dt="2026-08-07T05:52:26.418" v="582" actId="20577"/>
      <pc:docMkLst>
        <pc:docMk/>
      </pc:docMkLst>
      <pc:sldChg chg="del">
        <pc:chgData name="효욱 곽" userId="3ad8a2a6f411daf3" providerId="LiveId" clId="{299824A1-BD11-4644-9D2D-ACECEFB27D14}" dt="2026-08-07T03:14:39.569" v="1" actId="47"/>
        <pc:sldMkLst>
          <pc:docMk/>
          <pc:sldMk cId="3482201139" sldId="260"/>
        </pc:sldMkLst>
      </pc:sldChg>
      <pc:sldChg chg="del">
        <pc:chgData name="효욱 곽" userId="3ad8a2a6f411daf3" providerId="LiveId" clId="{299824A1-BD11-4644-9D2D-ACECEFB27D14}" dt="2026-08-07T03:14:39.360" v="0" actId="47"/>
        <pc:sldMkLst>
          <pc:docMk/>
          <pc:sldMk cId="4138884571" sldId="270"/>
        </pc:sldMkLst>
      </pc:sldChg>
      <pc:sldChg chg="del">
        <pc:chgData name="효욱 곽" userId="3ad8a2a6f411daf3" providerId="LiveId" clId="{299824A1-BD11-4644-9D2D-ACECEFB27D14}" dt="2026-08-07T03:15:08.990" v="5" actId="47"/>
        <pc:sldMkLst>
          <pc:docMk/>
          <pc:sldMk cId="3244580650" sldId="271"/>
        </pc:sldMkLst>
      </pc:sldChg>
      <pc:sldChg chg="del">
        <pc:chgData name="효욱 곽" userId="3ad8a2a6f411daf3" providerId="LiveId" clId="{299824A1-BD11-4644-9D2D-ACECEFB27D14}" dt="2026-08-07T03:15:13.951" v="8" actId="47"/>
        <pc:sldMkLst>
          <pc:docMk/>
          <pc:sldMk cId="3949871573" sldId="272"/>
        </pc:sldMkLst>
      </pc:sldChg>
      <pc:sldChg chg="new del">
        <pc:chgData name="효욱 곽" userId="3ad8a2a6f411daf3" providerId="LiveId" clId="{299824A1-BD11-4644-9D2D-ACECEFB27D14}" dt="2026-08-07T03:15:13.199" v="7" actId="47"/>
        <pc:sldMkLst>
          <pc:docMk/>
          <pc:sldMk cId="3440492891" sldId="273"/>
        </pc:sldMkLst>
      </pc:sldChg>
      <pc:sldChg chg="addSp delSp modSp new mod modNotesTx">
        <pc:chgData name="효욱 곽" userId="3ad8a2a6f411daf3" providerId="LiveId" clId="{299824A1-BD11-4644-9D2D-ACECEFB27D14}" dt="2026-08-07T05:52:26.418" v="582" actId="20577"/>
        <pc:sldMkLst>
          <pc:docMk/>
          <pc:sldMk cId="2681350668" sldId="274"/>
        </pc:sldMkLst>
        <pc:spChg chg="add">
          <ac:chgData name="효욱 곽" userId="3ad8a2a6f411daf3" providerId="LiveId" clId="{299824A1-BD11-4644-9D2D-ACECEFB27D14}" dt="2026-08-07T03:16:01.003" v="9" actId="22"/>
          <ac:spMkLst>
            <pc:docMk/>
            <pc:sldMk cId="2681350668" sldId="274"/>
            <ac:spMk id="3" creationId="{9CC634CA-6C45-FB78-627D-25F55F70195C}"/>
          </ac:spMkLst>
        </pc:spChg>
        <pc:spChg chg="add">
          <ac:chgData name="효욱 곽" userId="3ad8a2a6f411daf3" providerId="LiveId" clId="{299824A1-BD11-4644-9D2D-ACECEFB27D14}" dt="2026-08-07T03:16:01.003" v="9" actId="22"/>
          <ac:spMkLst>
            <pc:docMk/>
            <pc:sldMk cId="2681350668" sldId="274"/>
            <ac:spMk id="5" creationId="{6166C390-10CF-8015-D111-338FFCEC8B5E}"/>
          </ac:spMkLst>
        </pc:spChg>
        <pc:spChg chg="add">
          <ac:chgData name="효욱 곽" userId="3ad8a2a6f411daf3" providerId="LiveId" clId="{299824A1-BD11-4644-9D2D-ACECEFB27D14}" dt="2026-08-07T03:16:01.003" v="9" actId="22"/>
          <ac:spMkLst>
            <pc:docMk/>
            <pc:sldMk cId="2681350668" sldId="274"/>
            <ac:spMk id="7" creationId="{AEC05E7E-3053-1AAC-CE25-F3D6F6353A2A}"/>
          </ac:spMkLst>
        </pc:spChg>
        <pc:spChg chg="add">
          <ac:chgData name="효욱 곽" userId="3ad8a2a6f411daf3" providerId="LiveId" clId="{299824A1-BD11-4644-9D2D-ACECEFB27D14}" dt="2026-08-07T03:16:01.003" v="9" actId="22"/>
          <ac:spMkLst>
            <pc:docMk/>
            <pc:sldMk cId="2681350668" sldId="274"/>
            <ac:spMk id="9" creationId="{02417184-D1AB-E86E-F507-A56C7672E25B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10" creationId="{B2DF9118-FAC5-FCB1-6FA3-E88F5E18D641}"/>
          </ac:spMkLst>
        </pc:spChg>
        <pc:spChg chg="add del mod">
          <ac:chgData name="효욱 곽" userId="3ad8a2a6f411daf3" providerId="LiveId" clId="{299824A1-BD11-4644-9D2D-ACECEFB27D14}" dt="2026-08-07T05:50:39.757" v="344" actId="478"/>
          <ac:spMkLst>
            <pc:docMk/>
            <pc:sldMk cId="2681350668" sldId="274"/>
            <ac:spMk id="11" creationId="{0C120D1E-F9C6-2CB0-4501-B58C09D32B10}"/>
          </ac:spMkLst>
        </pc:spChg>
        <pc:spChg chg="add mod">
          <ac:chgData name="효욱 곽" userId="3ad8a2a6f411daf3" providerId="LiveId" clId="{299824A1-BD11-4644-9D2D-ACECEFB27D14}" dt="2026-08-07T05:52:26.418" v="582" actId="20577"/>
          <ac:spMkLst>
            <pc:docMk/>
            <pc:sldMk cId="2681350668" sldId="274"/>
            <ac:spMk id="12" creationId="{07FA23A6-E2B6-A790-6623-40F7E2B53156}"/>
          </ac:spMkLst>
        </pc:spChg>
        <pc:spChg chg="add del">
          <ac:chgData name="효욱 곽" userId="3ad8a2a6f411daf3" providerId="LiveId" clId="{299824A1-BD11-4644-9D2D-ACECEFB27D14}" dt="2026-08-07T04:55:15.741" v="41" actId="22"/>
          <ac:spMkLst>
            <pc:docMk/>
            <pc:sldMk cId="2681350668" sldId="274"/>
            <ac:spMk id="14" creationId="{FFD00C84-FB5D-DA41-68BF-71760CBDD7CE}"/>
          </ac:spMkLst>
        </pc:spChg>
        <pc:spChg chg="add del">
          <ac:chgData name="효욱 곽" userId="3ad8a2a6f411daf3" providerId="LiveId" clId="{299824A1-BD11-4644-9D2D-ACECEFB27D14}" dt="2026-08-07T04:55:15.741" v="41" actId="22"/>
          <ac:spMkLst>
            <pc:docMk/>
            <pc:sldMk cId="2681350668" sldId="274"/>
            <ac:spMk id="16" creationId="{BCD1C537-2904-3149-1D5B-E0A9948082AE}"/>
          </ac:spMkLst>
        </pc:spChg>
        <pc:spChg chg="add del">
          <ac:chgData name="효욱 곽" userId="3ad8a2a6f411daf3" providerId="LiveId" clId="{299824A1-BD11-4644-9D2D-ACECEFB27D14}" dt="2026-08-07T04:55:15.741" v="41" actId="22"/>
          <ac:spMkLst>
            <pc:docMk/>
            <pc:sldMk cId="2681350668" sldId="274"/>
            <ac:spMk id="18" creationId="{8C077E78-42D6-1CBD-A670-451C4BEBE693}"/>
          </ac:spMkLst>
        </pc:spChg>
        <pc:spChg chg="add del">
          <ac:chgData name="효욱 곽" userId="3ad8a2a6f411daf3" providerId="LiveId" clId="{299824A1-BD11-4644-9D2D-ACECEFB27D14}" dt="2026-08-07T04:55:15.741" v="41" actId="22"/>
          <ac:spMkLst>
            <pc:docMk/>
            <pc:sldMk cId="2681350668" sldId="274"/>
            <ac:spMk id="20" creationId="{966B1E11-7A72-E520-6A70-3173129ACB71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21" creationId="{6596B873-5CA1-5710-6A3D-F365BE20E19C}"/>
          </ac:spMkLst>
        </pc:spChg>
        <pc:spChg chg="add del mod">
          <ac:chgData name="효욱 곽" userId="3ad8a2a6f411daf3" providerId="LiveId" clId="{299824A1-BD11-4644-9D2D-ACECEFB27D14}" dt="2026-08-07T04:58:55.839" v="123" actId="478"/>
          <ac:spMkLst>
            <pc:docMk/>
            <pc:sldMk cId="2681350668" sldId="274"/>
            <ac:spMk id="26" creationId="{794F88F1-785E-7B38-3D40-8DA1E2F96343}"/>
          </ac:spMkLst>
        </pc:spChg>
        <pc:spChg chg="add del mod">
          <ac:chgData name="효욱 곽" userId="3ad8a2a6f411daf3" providerId="LiveId" clId="{299824A1-BD11-4644-9D2D-ACECEFB27D14}" dt="2026-08-07T05:50:23.522" v="343" actId="478"/>
          <ac:spMkLst>
            <pc:docMk/>
            <pc:sldMk cId="2681350668" sldId="274"/>
            <ac:spMk id="27" creationId="{FA916484-2BFB-B849-BDBD-C0D642C3B129}"/>
          </ac:spMkLst>
        </pc:spChg>
        <pc:spChg chg="add mod">
          <ac:chgData name="효욱 곽" userId="3ad8a2a6f411daf3" providerId="LiveId" clId="{299824A1-BD11-4644-9D2D-ACECEFB27D14}" dt="2026-08-07T05:52:21.107" v="580" actId="1076"/>
          <ac:spMkLst>
            <pc:docMk/>
            <pc:sldMk cId="2681350668" sldId="274"/>
            <ac:spMk id="32" creationId="{320A8D2E-1CC5-A12D-9E18-83AFC47D7A2D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37" creationId="{0C03EFA0-59FC-8975-DB27-D75730F0FC83}"/>
          </ac:spMkLst>
        </pc:spChg>
        <pc:spChg chg="add del mod">
          <ac:chgData name="효욱 곽" userId="3ad8a2a6f411daf3" providerId="LiveId" clId="{299824A1-BD11-4644-9D2D-ACECEFB27D14}" dt="2026-08-07T05:38:00.364" v="255" actId="478"/>
          <ac:spMkLst>
            <pc:docMk/>
            <pc:sldMk cId="2681350668" sldId="274"/>
            <ac:spMk id="38" creationId="{AD4D60E9-38BF-BE98-BE8F-99CB5C2758EB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39" creationId="{CA238335-C05A-0BE9-5BAF-5BA93B2CCAE3}"/>
          </ac:spMkLst>
        </pc:spChg>
        <pc:spChg chg="add mod">
          <ac:chgData name="효욱 곽" userId="3ad8a2a6f411daf3" providerId="LiveId" clId="{299824A1-BD11-4644-9D2D-ACECEFB27D14}" dt="2026-08-07T05:30:10.585" v="246" actId="571"/>
          <ac:spMkLst>
            <pc:docMk/>
            <pc:sldMk cId="2681350668" sldId="274"/>
            <ac:spMk id="43" creationId="{DCE51547-9F62-12E2-CC85-C0006CFF1593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46" creationId="{95740530-FF90-7C61-CC9B-3A7305900FC2}"/>
          </ac:spMkLst>
        </pc:spChg>
        <pc:spChg chg="add mod">
          <ac:chgData name="효욱 곽" userId="3ad8a2a6f411daf3" providerId="LiveId" clId="{299824A1-BD11-4644-9D2D-ACECEFB27D14}" dt="2026-08-07T05:43:21.646" v="324" actId="1076"/>
          <ac:spMkLst>
            <pc:docMk/>
            <pc:sldMk cId="2681350668" sldId="274"/>
            <ac:spMk id="47" creationId="{4793F4F5-40D2-E257-6851-0B7E461C4303}"/>
          </ac:spMkLst>
        </pc:spChg>
        <pc:spChg chg="add mod ord">
          <ac:chgData name="효욱 곽" userId="3ad8a2a6f411daf3" providerId="LiveId" clId="{299824A1-BD11-4644-9D2D-ACECEFB27D14}" dt="2026-08-07T05:52:21.107" v="580" actId="1076"/>
          <ac:spMkLst>
            <pc:docMk/>
            <pc:sldMk cId="2681350668" sldId="274"/>
            <ac:spMk id="50" creationId="{2DD6684B-5B78-8364-EC5A-E4F6B85D197D}"/>
          </ac:spMkLst>
        </pc:spChg>
        <pc:picChg chg="add mod ord">
          <ac:chgData name="효욱 곽" userId="3ad8a2a6f411daf3" providerId="LiveId" clId="{299824A1-BD11-4644-9D2D-ACECEFB27D14}" dt="2026-08-07T05:52:21.107" v="580" actId="1076"/>
          <ac:picMkLst>
            <pc:docMk/>
            <pc:sldMk cId="2681350668" sldId="274"/>
            <ac:picMk id="29" creationId="{AF081FAF-01BC-BF80-193F-A9FB0F0263F3}"/>
          </ac:picMkLst>
        </pc:picChg>
        <pc:picChg chg="add mod ord">
          <ac:chgData name="효욱 곽" userId="3ad8a2a6f411daf3" providerId="LiveId" clId="{299824A1-BD11-4644-9D2D-ACECEFB27D14}" dt="2026-08-07T05:52:21.107" v="580" actId="1076"/>
          <ac:picMkLst>
            <pc:docMk/>
            <pc:sldMk cId="2681350668" sldId="274"/>
            <ac:picMk id="31" creationId="{0C06618E-65E4-525A-E82A-8965DCC0BB19}"/>
          </ac:picMkLst>
        </pc:picChg>
        <pc:picChg chg="add mod">
          <ac:chgData name="효욱 곽" userId="3ad8a2a6f411daf3" providerId="LiveId" clId="{299824A1-BD11-4644-9D2D-ACECEFB27D14}" dt="2026-08-07T05:52:21.107" v="580" actId="1076"/>
          <ac:picMkLst>
            <pc:docMk/>
            <pc:sldMk cId="2681350668" sldId="274"/>
            <ac:picMk id="34" creationId="{1A36054F-4DF9-56AC-15A5-19151F1B9815}"/>
          </ac:picMkLst>
        </pc:picChg>
        <pc:picChg chg="add mod">
          <ac:chgData name="효욱 곽" userId="3ad8a2a6f411daf3" providerId="LiveId" clId="{299824A1-BD11-4644-9D2D-ACECEFB27D14}" dt="2026-08-07T05:52:21.107" v="580" actId="1076"/>
          <ac:picMkLst>
            <pc:docMk/>
            <pc:sldMk cId="2681350668" sldId="274"/>
            <ac:picMk id="36" creationId="{E787D4F6-F084-290D-E580-E1A5329E352C}"/>
          </ac:picMkLst>
        </pc:picChg>
        <pc:picChg chg="add mod">
          <ac:chgData name="효욱 곽" userId="3ad8a2a6f411daf3" providerId="LiveId" clId="{299824A1-BD11-4644-9D2D-ACECEFB27D14}" dt="2026-08-07T05:49:40.506" v="339" actId="571"/>
          <ac:picMkLst>
            <pc:docMk/>
            <pc:sldMk cId="2681350668" sldId="274"/>
            <ac:picMk id="51" creationId="{78EC9C30-0315-59C8-9BF1-70D6C2C8F0DC}"/>
          </ac:picMkLst>
        </pc:picChg>
        <pc:cxnChg chg="add mod">
          <ac:chgData name="효욱 곽" userId="3ad8a2a6f411daf3" providerId="LiveId" clId="{299824A1-BD11-4644-9D2D-ACECEFB27D14}" dt="2026-08-07T05:42:12.901" v="319" actId="208"/>
          <ac:cxnSpMkLst>
            <pc:docMk/>
            <pc:sldMk cId="2681350668" sldId="274"/>
            <ac:cxnSpMk id="23" creationId="{421506D7-7776-5609-11E7-D231D0491D6F}"/>
          </ac:cxnSpMkLst>
        </pc:cxnChg>
        <pc:cxnChg chg="add del mod">
          <ac:chgData name="효욱 곽" userId="3ad8a2a6f411daf3" providerId="LiveId" clId="{299824A1-BD11-4644-9D2D-ACECEFB27D14}" dt="2026-08-07T05:42:16.178" v="320" actId="478"/>
          <ac:cxnSpMkLst>
            <pc:docMk/>
            <pc:sldMk cId="2681350668" sldId="274"/>
            <ac:cxnSpMk id="24" creationId="{C23A9EDF-A3C9-649D-E3A3-C8BF14CD8229}"/>
          </ac:cxnSpMkLst>
        </pc:cxnChg>
        <pc:cxnChg chg="add del mod">
          <ac:chgData name="효욱 곽" userId="3ad8a2a6f411daf3" providerId="LiveId" clId="{299824A1-BD11-4644-9D2D-ACECEFB27D14}" dt="2026-08-07T05:42:21.521" v="322" actId="478"/>
          <ac:cxnSpMkLst>
            <pc:docMk/>
            <pc:sldMk cId="2681350668" sldId="274"/>
            <ac:cxnSpMk id="25" creationId="{BD84DF7E-D6D8-A048-E795-D1E5FA4C8FB9}"/>
          </ac:cxnSpMkLst>
        </pc:cxnChg>
        <pc:cxnChg chg="add mod">
          <ac:chgData name="효욱 곽" userId="3ad8a2a6f411daf3" providerId="LiveId" clId="{299824A1-BD11-4644-9D2D-ACECEFB27D14}" dt="2026-08-07T05:52:21.107" v="580" actId="1076"/>
          <ac:cxnSpMkLst>
            <pc:docMk/>
            <pc:sldMk cId="2681350668" sldId="274"/>
            <ac:cxnSpMk id="49" creationId="{28513FED-D7BA-7035-FB21-9B67599CEE8E}"/>
          </ac:cxnSpMkLst>
        </pc:cxnChg>
      </pc:sldChg>
      <pc:sldMasterChg chg="modSldLayout">
        <pc:chgData name="효욱 곽" userId="3ad8a2a6f411daf3" providerId="LiveId" clId="{299824A1-BD11-4644-9D2D-ACECEFB27D14}" dt="2026-08-07T03:15:04.319" v="4" actId="478"/>
        <pc:sldMasterMkLst>
          <pc:docMk/>
          <pc:sldMasterMk cId="2424411090" sldId="2147483651"/>
        </pc:sldMasterMkLst>
        <pc:sldLayoutChg chg="delSp mod">
          <pc:chgData name="효욱 곽" userId="3ad8a2a6f411daf3" providerId="LiveId" clId="{299824A1-BD11-4644-9D2D-ACECEFB27D14}" dt="2026-08-07T03:15:04.319" v="4" actId="478"/>
          <pc:sldLayoutMkLst>
            <pc:docMk/>
            <pc:sldMasterMk cId="2424411090" sldId="2147483651"/>
            <pc:sldLayoutMk cId="967797727" sldId="2147483663"/>
          </pc:sldLayoutMkLst>
          <pc:spChg chg="del">
            <ac:chgData name="효욱 곽" userId="3ad8a2a6f411daf3" providerId="LiveId" clId="{299824A1-BD11-4644-9D2D-ACECEFB27D14}" dt="2026-08-07T03:15:04.319" v="4" actId="478"/>
            <ac:spMkLst>
              <pc:docMk/>
              <pc:sldMasterMk cId="2424411090" sldId="2147483651"/>
              <pc:sldLayoutMk cId="967797727" sldId="2147483663"/>
              <ac:spMk id="13" creationId="{1F56E9B5-3332-4CBA-BD78-DF58BBE94306}"/>
            </ac:spMkLst>
          </pc:spChg>
          <pc:grpChg chg="del">
            <ac:chgData name="효욱 곽" userId="3ad8a2a6f411daf3" providerId="LiveId" clId="{299824A1-BD11-4644-9D2D-ACECEFB27D14}" dt="2026-08-07T03:15:02.222" v="3" actId="478"/>
            <ac:grpSpMkLst>
              <pc:docMk/>
              <pc:sldMasterMk cId="2424411090" sldId="2147483651"/>
              <pc:sldLayoutMk cId="967797727" sldId="2147483663"/>
              <ac:grpSpMk id="7" creationId="{56940123-D2A8-4451-81AC-88C6B6D48544}"/>
            </ac:grpSpMkLst>
          </pc:grpChg>
          <pc:picChg chg="del">
            <ac:chgData name="효욱 곽" userId="3ad8a2a6f411daf3" providerId="LiveId" clId="{299824A1-BD11-4644-9D2D-ACECEFB27D14}" dt="2026-08-07T03:15:02.222" v="3" actId="478"/>
            <ac:picMkLst>
              <pc:docMk/>
              <pc:sldMasterMk cId="2424411090" sldId="2147483651"/>
              <pc:sldLayoutMk cId="967797727" sldId="2147483663"/>
              <ac:picMk id="15" creationId="{C605E54C-E40F-4AF3-B67C-ACB119317790}"/>
            </ac:picMkLst>
          </pc:picChg>
          <pc:picChg chg="del">
            <ac:chgData name="효욱 곽" userId="3ad8a2a6f411daf3" providerId="LiveId" clId="{299824A1-BD11-4644-9D2D-ACECEFB27D14}" dt="2026-08-07T03:15:04.319" v="4" actId="478"/>
            <ac:picMkLst>
              <pc:docMk/>
              <pc:sldMasterMk cId="2424411090" sldId="2147483651"/>
              <pc:sldLayoutMk cId="967797727" sldId="2147483663"/>
              <ac:picMk id="19" creationId="{64C0A851-8A4C-4D59-B4DF-8BF2D9BA15DF}"/>
            </ac:picMkLst>
          </pc:picChg>
          <pc:cxnChg chg="del">
            <ac:chgData name="효욱 곽" userId="3ad8a2a6f411daf3" providerId="LiveId" clId="{299824A1-BD11-4644-9D2D-ACECEFB27D14}" dt="2026-08-07T03:15:04.319" v="4" actId="478"/>
            <ac:cxnSpMkLst>
              <pc:docMk/>
              <pc:sldMasterMk cId="2424411090" sldId="2147483651"/>
              <pc:sldLayoutMk cId="967797727" sldId="2147483663"/>
              <ac:cxnSpMk id="20" creationId="{7B57B0D1-FD6B-43BC-9AB2-10C88DD22F52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90E80-4BF3-4F31-9F8D-705B59CD777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77E3A-300D-4E50-A8F8-D78A34B6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53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77E3A-300D-4E50-A8F8-D78A34B604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0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79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41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kiho138@jnu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0C06618E-65E4-525A-E82A-8965DCC0B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32" y="6221151"/>
            <a:ext cx="6683050" cy="3159767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DD6684B-5B78-8364-EC5A-E4F6B85D197D}"/>
              </a:ext>
            </a:extLst>
          </p:cNvPr>
          <p:cNvSpPr/>
          <p:nvPr/>
        </p:nvSpPr>
        <p:spPr>
          <a:xfrm>
            <a:off x="5496065" y="8663274"/>
            <a:ext cx="3081878" cy="7176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634CA-6C45-FB78-627D-25F55F70195C}"/>
              </a:ext>
            </a:extLst>
          </p:cNvPr>
          <p:cNvSpPr txBox="1"/>
          <p:nvPr/>
        </p:nvSpPr>
        <p:spPr>
          <a:xfrm>
            <a:off x="9785643" y="4150933"/>
            <a:ext cx="227300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latin typeface="나눔스퀘어_ac" panose="020B0600000101010101" pitchFamily="50" charset="-127"/>
                <a:ea typeface="나눔스퀘어_ac" panose="020B0600000101010101" pitchFamily="50" charset="-127"/>
              </a:defRPr>
            </a:lvl1pPr>
          </a:lstStyle>
          <a:p>
            <a:pPr algn="l"/>
            <a:r>
              <a:rPr lang="ko-KR" altLang="en-US" dirty="0"/>
              <a:t>글꼴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6C390-10CF-8015-D111-338FFCEC8B5E}"/>
              </a:ext>
            </a:extLst>
          </p:cNvPr>
          <p:cNvSpPr txBox="1"/>
          <p:nvPr/>
        </p:nvSpPr>
        <p:spPr>
          <a:xfrm>
            <a:off x="9785643" y="4678087"/>
            <a:ext cx="227300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글꼴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5E7E-3053-1AAC-CE25-F3D6F6353A2A}"/>
              </a:ext>
            </a:extLst>
          </p:cNvPr>
          <p:cNvSpPr txBox="1"/>
          <p:nvPr/>
        </p:nvSpPr>
        <p:spPr>
          <a:xfrm>
            <a:off x="9785643" y="5199268"/>
            <a:ext cx="227300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/>
              </a:rPr>
              <a:t>글꼴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17184-D1AB-E86E-F507-A56C7672E25B}"/>
              </a:ext>
            </a:extLst>
          </p:cNvPr>
          <p:cNvSpPr txBox="1"/>
          <p:nvPr/>
        </p:nvSpPr>
        <p:spPr>
          <a:xfrm>
            <a:off x="9785642" y="3623779"/>
            <a:ext cx="227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Arial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F9118-FAC5-FCB1-6FA3-E88F5E18D641}"/>
              </a:ext>
            </a:extLst>
          </p:cNvPr>
          <p:cNvSpPr txBox="1"/>
          <p:nvPr/>
        </p:nvSpPr>
        <p:spPr>
          <a:xfrm>
            <a:off x="882942" y="-1211229"/>
            <a:ext cx="227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[Contact]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A23A6-E2B6-A790-6623-40F7E2B53156}"/>
              </a:ext>
            </a:extLst>
          </p:cNvPr>
          <p:cNvSpPr txBox="1"/>
          <p:nvPr/>
        </p:nvSpPr>
        <p:spPr>
          <a:xfrm>
            <a:off x="882942" y="4065704"/>
            <a:ext cx="6906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우리 연구실로 오세요</a:t>
            </a:r>
            <a:r>
              <a:rPr lang="en-US" altLang="ko-KR" b="1" dirty="0"/>
              <a:t>!]</a:t>
            </a:r>
          </a:p>
          <a:p>
            <a:endParaRPr lang="en-US" altLang="ko-KR" b="1" dirty="0"/>
          </a:p>
          <a:p>
            <a:r>
              <a:rPr lang="ko-KR" altLang="en-US" dirty="0"/>
              <a:t>우리는 어떤 걸 하고</a:t>
            </a:r>
            <a:endParaRPr lang="en-US" altLang="ko-KR" dirty="0"/>
          </a:p>
          <a:p>
            <a:r>
              <a:rPr lang="ko-KR" altLang="en-US" dirty="0"/>
              <a:t>어떤 사람들을 사람을 모집하고 있다</a:t>
            </a:r>
            <a:endParaRPr lang="en-US" altLang="ko-KR" dirty="0"/>
          </a:p>
          <a:p>
            <a:r>
              <a:rPr lang="ko-KR" altLang="en-US" dirty="0"/>
              <a:t>상담 환영한다</a:t>
            </a:r>
            <a:endParaRPr lang="en-US" altLang="ko-KR" dirty="0"/>
          </a:p>
          <a:p>
            <a:r>
              <a:rPr lang="en-US" altLang="ko-KR" dirty="0"/>
              <a:t>Contact </a:t>
            </a:r>
            <a:r>
              <a:rPr lang="ko-KR" altLang="en-US" dirty="0"/>
              <a:t>기다리겠다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6B873-5CA1-5710-6A3D-F365BE20E19C}"/>
              </a:ext>
            </a:extLst>
          </p:cNvPr>
          <p:cNvSpPr txBox="1"/>
          <p:nvPr/>
        </p:nvSpPr>
        <p:spPr>
          <a:xfrm>
            <a:off x="882941" y="636849"/>
            <a:ext cx="79086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Address</a:t>
            </a:r>
            <a:r>
              <a:rPr lang="ko-KR" altLang="ko-KR" dirty="0"/>
              <a:t>: </a:t>
            </a:r>
            <a:r>
              <a:rPr lang="ko-KR" altLang="ko-KR" dirty="0" err="1"/>
              <a:t>Room</a:t>
            </a:r>
            <a:r>
              <a:rPr lang="ko-KR" altLang="ko-KR" dirty="0"/>
              <a:t> </a:t>
            </a:r>
            <a:r>
              <a:rPr lang="ko-KR" altLang="ko-KR" dirty="0" err="1"/>
              <a:t>no</a:t>
            </a:r>
            <a:r>
              <a:rPr lang="ko-KR" altLang="ko-KR" dirty="0"/>
              <a:t>. 301</a:t>
            </a:r>
            <a:r>
              <a:rPr lang="en-US" altLang="ko-KR" dirty="0"/>
              <a:t>, </a:t>
            </a:r>
            <a:r>
              <a:rPr lang="ko-KR" altLang="ko-KR" dirty="0"/>
              <a:t>Advanced Materials and Chemical Engineering </a:t>
            </a:r>
            <a:r>
              <a:rPr lang="ko-KR" altLang="ko-KR" dirty="0" err="1"/>
              <a:t>Building</a:t>
            </a:r>
            <a:r>
              <a:rPr lang="ko-KR" altLang="ko-KR" dirty="0"/>
              <a:t>, </a:t>
            </a:r>
            <a:r>
              <a:rPr lang="ko-KR" altLang="ko-KR" dirty="0" err="1"/>
              <a:t>Department</a:t>
            </a:r>
            <a:r>
              <a:rPr lang="ko-KR" altLang="ko-KR" dirty="0"/>
              <a:t> of Chemical Engineering, </a:t>
            </a:r>
            <a:r>
              <a:rPr lang="ko-KR" altLang="ko-KR" dirty="0" err="1"/>
              <a:t>Hanyang</a:t>
            </a:r>
            <a:r>
              <a:rPr lang="ko-KR" altLang="ko-KR" dirty="0"/>
              <a:t> </a:t>
            </a:r>
            <a:r>
              <a:rPr lang="ko-KR" altLang="ko-KR" dirty="0" err="1"/>
              <a:t>University</a:t>
            </a:r>
            <a:r>
              <a:rPr lang="ko-KR" altLang="ko-KR" dirty="0"/>
              <a:t>, 222 </a:t>
            </a:r>
            <a:r>
              <a:rPr lang="ko-KR" altLang="ko-KR" dirty="0" err="1"/>
              <a:t>Wangsimni-ro</a:t>
            </a:r>
            <a:r>
              <a:rPr lang="ko-KR" altLang="ko-KR" dirty="0"/>
              <a:t>, </a:t>
            </a:r>
            <a:r>
              <a:rPr lang="ko-KR" altLang="ko-KR" dirty="0" err="1"/>
              <a:t>Seongdong-gu</a:t>
            </a:r>
            <a:r>
              <a:rPr lang="ko-KR" altLang="ko-KR" dirty="0"/>
              <a:t>, </a:t>
            </a:r>
            <a:r>
              <a:rPr lang="ko-KR" altLang="ko-KR" dirty="0" err="1"/>
              <a:t>Seoul</a:t>
            </a:r>
            <a:r>
              <a:rPr lang="ko-KR" altLang="ko-KR" dirty="0"/>
              <a:t>, Republic of </a:t>
            </a:r>
            <a:r>
              <a:rPr lang="ko-KR" altLang="ko-KR" dirty="0" err="1"/>
              <a:t>Korea</a:t>
            </a:r>
            <a:r>
              <a:rPr lang="ko-KR" altLang="ko-KR" dirty="0"/>
              <a:t>.</a:t>
            </a:r>
            <a:endParaRPr lang="en-US" altLang="ko-KR" dirty="0"/>
          </a:p>
          <a:p>
            <a:pPr lvl="0"/>
            <a:r>
              <a:rPr lang="ko-KR" altLang="ko-KR" dirty="0" err="1"/>
              <a:t>Email</a:t>
            </a:r>
            <a:r>
              <a:rPr lang="ko-KR" altLang="ko-KR" dirty="0"/>
              <a:t>: </a:t>
            </a:r>
            <a:r>
              <a:rPr lang="ko-KR" altLang="ko-KR" u="sng" dirty="0">
                <a:hlinkClick r:id="rId4"/>
              </a:rPr>
              <a:t>kiho138@hanyang.ac.kr</a:t>
            </a:r>
            <a:endParaRPr lang="ko-KR" altLang="ko-KR" dirty="0"/>
          </a:p>
          <a:p>
            <a:pPr lvl="0"/>
            <a:r>
              <a:rPr lang="ko-KR" altLang="ko-KR" dirty="0" err="1"/>
              <a:t>Tel</a:t>
            </a:r>
            <a:r>
              <a:rPr lang="ko-KR" altLang="ko-KR" dirty="0"/>
              <a:t>.: +82-2-2220-0523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21506D7-7776-5609-11E7-D231D0491D6F}"/>
              </a:ext>
            </a:extLst>
          </p:cNvPr>
          <p:cNvCxnSpPr>
            <a:cxnSpLocks/>
          </p:cNvCxnSpPr>
          <p:nvPr/>
        </p:nvCxnSpPr>
        <p:spPr>
          <a:xfrm>
            <a:off x="967740" y="3910580"/>
            <a:ext cx="7610203" cy="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AF081FAF-01BC-BF80-193F-A9FB0F026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281" y="8700489"/>
            <a:ext cx="543136" cy="52239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20A8D2E-1CC5-A12D-9E18-83AFC47D7A2D}"/>
              </a:ext>
            </a:extLst>
          </p:cNvPr>
          <p:cNvSpPr txBox="1"/>
          <p:nvPr/>
        </p:nvSpPr>
        <p:spPr>
          <a:xfrm>
            <a:off x="5496786" y="8959102"/>
            <a:ext cx="154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Direct links</a:t>
            </a:r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A36054F-4DF9-56AC-15A5-19151F1B9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0407" y="8716560"/>
            <a:ext cx="458798" cy="61107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787D4F6-F084-290D-E580-E1A5329E3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1195" y="8778407"/>
            <a:ext cx="606234" cy="54361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03EFA0-59FC-8975-DB27-D75730F0FC83}"/>
              </a:ext>
            </a:extLst>
          </p:cNvPr>
          <p:cNvSpPr txBox="1"/>
          <p:nvPr/>
        </p:nvSpPr>
        <p:spPr>
          <a:xfrm>
            <a:off x="3435496" y="-354161"/>
            <a:ext cx="227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Welcome!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238335-C05A-0BE9-5BAF-5BA93B2CCAE3}"/>
              </a:ext>
            </a:extLst>
          </p:cNvPr>
          <p:cNvSpPr txBox="1"/>
          <p:nvPr/>
        </p:nvSpPr>
        <p:spPr>
          <a:xfrm>
            <a:off x="882942" y="206975"/>
            <a:ext cx="227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Professor office</a:t>
            </a:r>
            <a:endParaRPr lang="ko-KR" alt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740530-FF90-7C61-CC9B-3A7305900FC2}"/>
              </a:ext>
            </a:extLst>
          </p:cNvPr>
          <p:cNvSpPr txBox="1"/>
          <p:nvPr/>
        </p:nvSpPr>
        <p:spPr>
          <a:xfrm>
            <a:off x="882942" y="2216868"/>
            <a:ext cx="227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 err="1"/>
              <a:t>Graduate</a:t>
            </a:r>
            <a:r>
              <a:rPr lang="ko-KR" altLang="ko-KR" b="1" dirty="0"/>
              <a:t> </a:t>
            </a:r>
            <a:r>
              <a:rPr lang="ko-KR" altLang="ko-KR" b="1" dirty="0" err="1"/>
              <a:t>Lab</a:t>
            </a:r>
            <a:endParaRPr lang="ko-KR" altLang="ko-KR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93F4F5-40D2-E257-6851-0B7E461C4303}"/>
              </a:ext>
            </a:extLst>
          </p:cNvPr>
          <p:cNvSpPr txBox="1"/>
          <p:nvPr/>
        </p:nvSpPr>
        <p:spPr>
          <a:xfrm>
            <a:off x="882941" y="2659432"/>
            <a:ext cx="7908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Address</a:t>
            </a:r>
            <a:r>
              <a:rPr lang="ko-KR" altLang="ko-KR" dirty="0"/>
              <a:t>: </a:t>
            </a:r>
            <a:r>
              <a:rPr lang="ko-KR" altLang="ko-KR" dirty="0" err="1"/>
              <a:t>Room</a:t>
            </a:r>
            <a:r>
              <a:rPr lang="ko-KR" altLang="ko-KR" dirty="0"/>
              <a:t> </a:t>
            </a:r>
            <a:r>
              <a:rPr lang="ko-KR" altLang="ko-KR" dirty="0" err="1"/>
              <a:t>no</a:t>
            </a:r>
            <a:r>
              <a:rPr lang="ko-KR" altLang="ko-KR" dirty="0"/>
              <a:t>. 3</a:t>
            </a:r>
            <a:r>
              <a:rPr lang="en-US" altLang="ko-KR" dirty="0"/>
              <a:t>13/314, </a:t>
            </a:r>
            <a:r>
              <a:rPr lang="ko-KR" altLang="ko-KR" dirty="0"/>
              <a:t>Advanced Materials and Chemical Engineering </a:t>
            </a:r>
            <a:r>
              <a:rPr lang="ko-KR" altLang="ko-KR" dirty="0" err="1"/>
              <a:t>Building</a:t>
            </a:r>
            <a:r>
              <a:rPr lang="ko-KR" altLang="ko-KR" dirty="0"/>
              <a:t>, </a:t>
            </a:r>
            <a:r>
              <a:rPr lang="ko-KR" altLang="ko-KR" dirty="0" err="1"/>
              <a:t>Department</a:t>
            </a:r>
            <a:r>
              <a:rPr lang="ko-KR" altLang="ko-KR" dirty="0"/>
              <a:t> of Chemical Engineering, </a:t>
            </a:r>
            <a:r>
              <a:rPr lang="ko-KR" altLang="ko-KR" dirty="0" err="1"/>
              <a:t>Hanyang</a:t>
            </a:r>
            <a:r>
              <a:rPr lang="ko-KR" altLang="ko-KR" dirty="0"/>
              <a:t> </a:t>
            </a:r>
            <a:r>
              <a:rPr lang="ko-KR" altLang="ko-KR" dirty="0" err="1"/>
              <a:t>University</a:t>
            </a:r>
            <a:r>
              <a:rPr lang="ko-KR" altLang="ko-KR" dirty="0"/>
              <a:t>, 222 </a:t>
            </a:r>
            <a:r>
              <a:rPr lang="ko-KR" altLang="ko-KR" dirty="0" err="1"/>
              <a:t>Wangsimni-ro</a:t>
            </a:r>
            <a:r>
              <a:rPr lang="ko-KR" altLang="ko-KR" dirty="0"/>
              <a:t>, </a:t>
            </a:r>
            <a:r>
              <a:rPr lang="ko-KR" altLang="ko-KR" dirty="0" err="1"/>
              <a:t>Seongdong-gu</a:t>
            </a:r>
            <a:r>
              <a:rPr lang="ko-KR" altLang="ko-KR" dirty="0"/>
              <a:t>, </a:t>
            </a:r>
            <a:r>
              <a:rPr lang="ko-KR" altLang="ko-KR" dirty="0" err="1"/>
              <a:t>Seoul</a:t>
            </a:r>
            <a:r>
              <a:rPr lang="ko-KR" altLang="ko-KR" dirty="0"/>
              <a:t>, Republic of </a:t>
            </a:r>
            <a:r>
              <a:rPr lang="ko-KR" altLang="ko-KR" dirty="0" err="1"/>
              <a:t>Korea</a:t>
            </a:r>
            <a:r>
              <a:rPr lang="ko-KR" altLang="ko-KR" dirty="0"/>
              <a:t>.</a:t>
            </a:r>
            <a:endParaRPr lang="en-US" altLang="ko-KR" dirty="0"/>
          </a:p>
          <a:p>
            <a:pPr lvl="0"/>
            <a:r>
              <a:rPr lang="ko-KR" altLang="en-US" dirty="0"/>
              <a:t>대표 </a:t>
            </a:r>
            <a:r>
              <a:rPr lang="ko-KR" altLang="ko-KR" dirty="0" err="1"/>
              <a:t>mail</a:t>
            </a:r>
            <a:r>
              <a:rPr lang="ko-KR" altLang="ko-KR" dirty="0"/>
              <a:t>: </a:t>
            </a:r>
            <a:r>
              <a:rPr lang="ko-KR" altLang="en-US" dirty="0" err="1"/>
              <a:t>어쩌구</a:t>
            </a:r>
            <a:endParaRPr lang="ko-KR" altLang="ko-KR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8513FED-D7BA-7035-FB21-9B67599CEE8E}"/>
              </a:ext>
            </a:extLst>
          </p:cNvPr>
          <p:cNvCxnSpPr>
            <a:cxnSpLocks/>
          </p:cNvCxnSpPr>
          <p:nvPr/>
        </p:nvCxnSpPr>
        <p:spPr>
          <a:xfrm>
            <a:off x="967740" y="6081707"/>
            <a:ext cx="7610203" cy="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35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1679</TotalTime>
  <Words>118</Words>
  <Application>Microsoft Office PowerPoint</Application>
  <PresentationFormat>화면 슬라이드 쇼(4:3)</PresentationFormat>
  <Paragraphs>21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나눔스퀘어_ac Bold</vt:lpstr>
      <vt:lpstr>나눔스퀘어_ac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TiO2/SiO2 spiral crimped Janus fibers engineered for stretchable ceramic membranes with high-temperature resistance</dc:title>
  <dc:creator>윤주</dc:creator>
  <cp:lastModifiedBy>효욱 곽</cp:lastModifiedBy>
  <cp:revision>78</cp:revision>
  <dcterms:created xsi:type="dcterms:W3CDTF">2025-02-11T01:24:02Z</dcterms:created>
  <dcterms:modified xsi:type="dcterms:W3CDTF">2026-08-07T05:52:28Z</dcterms:modified>
</cp:coreProperties>
</file>